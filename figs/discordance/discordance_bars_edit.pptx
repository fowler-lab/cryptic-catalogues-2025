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C8C8"/>
    <a:srgbClr val="BCB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22" d="100"/>
          <a:sy n="122" d="100"/>
        </p:scale>
        <p:origin x="1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C30DC-8773-52C2-5A51-CE2E1A1BA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0D06BE-9AD7-C621-240D-3B23198FE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CE508-60C6-E82C-7C39-99CA8DBBF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F51-5D76-6746-B887-8D8CC2FAC61A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2A263-EE26-6980-1947-57B9B37A4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39623-7F57-AFDE-3925-E48C4F1D2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91354-AACF-A149-8EF8-68AF39E210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7974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49765-F72D-3446-299B-04412921C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8F731-4387-44C5-2EF9-D0EED979F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AECEC-181A-EB1B-858C-882E98959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F51-5D76-6746-B887-8D8CC2FAC61A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C2AE1-8C76-2E50-137D-E6637DDED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72AB4-9C82-DD8A-B906-372AC0DA4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91354-AACF-A149-8EF8-68AF39E210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499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F4DA-A074-531D-65E4-8E08D7C24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44C30-145B-2D15-9D57-E3B3265F5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8018F-0740-7FC8-A9EF-B47730DBC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F51-5D76-6746-B887-8D8CC2FAC61A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9C1BA-FC67-50AB-08EF-9D09F5A6A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4889F-2D0D-EA2C-465A-98DDAE863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91354-AACF-A149-8EF8-68AF39E210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291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F111-EA79-E4E9-E187-CF778C99C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6EB2E-E8E7-777B-A05B-A99BC79BD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5FF33-F140-8558-C8BD-F43421465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EF70B-29AB-CAA1-5A75-D7A78FEF8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F51-5D76-6746-B887-8D8CC2FAC61A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5B72E-07EA-AF65-FFB8-7533693DA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972CE-C6E3-CFB5-0A75-B8C12A674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91354-AACF-A149-8EF8-68AF39E210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5988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047F-B639-993B-D394-7772FC22D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76F1B-AF97-7DAB-BDC4-935839391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3AA2E-CB40-2428-ADB3-AE3108E85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898F2-30AA-7E0E-C58C-92C38DBEBD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1951A7-9A11-4485-13B5-5EC7E8CC9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F20CA8-80E7-817E-8240-378D8E5C2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F51-5D76-6746-B887-8D8CC2FAC61A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790406-5304-BBBC-F919-D28D95AE1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2EF6F0-C66F-8466-0100-756112190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91354-AACF-A149-8EF8-68AF39E210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25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72553-5D80-F80D-9050-89E977DA6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F483-04A8-04C0-D363-D032D115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F51-5D76-6746-B887-8D8CC2FAC61A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5D5F-6284-D69F-97E7-999FA82B2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E57DB-C32B-CE1E-33A3-A044148B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91354-AACF-A149-8EF8-68AF39E210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767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EE5C9-39A9-3DCC-8D7E-CC76F067B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F51-5D76-6746-B887-8D8CC2FAC61A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A9CA8E-D5AD-9B16-F1FB-49BF26DC3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9247E-F157-3785-6BFC-814A3FE78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91354-AACF-A149-8EF8-68AF39E210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274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4608-AE89-0965-EC6C-D48AFA022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97C10-165B-086F-4A54-A0C01AB43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BF179-1C4C-127D-4E41-F0784CE1D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37186-8F8E-D211-C3F6-14B3835E8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F51-5D76-6746-B887-8D8CC2FAC61A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14447-176C-CC89-324C-B891C6A0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D9BA4-BB21-E871-2AF8-670DB0441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91354-AACF-A149-8EF8-68AF39E210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511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95D2D-5115-5C41-493F-08341A7BD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5A9176-5CB0-55EE-8A7C-3FF6CCFD3D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8FD1D-C248-B16D-E84F-E90A318A8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1B743-AA2C-95B4-61CF-22E897751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F51-5D76-6746-B887-8D8CC2FAC61A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57C905-72A6-DEE4-031A-8C817E4A3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60BA41-61F3-AD56-92B1-65C882A5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91354-AACF-A149-8EF8-68AF39E210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7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E190F-F5BA-8544-46AA-B2328B34A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B2F771-40CB-D613-08CE-FD9559C8E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496A2-5000-C374-7E47-76F2D7E21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F51-5D76-6746-B887-8D8CC2FAC61A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F23F4-21EA-215E-A2B0-56546C683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59FFB-2519-B975-013D-A3D3ACC9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91354-AACF-A149-8EF8-68AF39E210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79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FBECF-6CCC-D59C-776E-061DB8690C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77550B-CD8C-E395-5777-C2120ED31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C9A34-C1DD-D5EB-096C-48C0F16DB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F51-5D76-6746-B887-8D8CC2FAC61A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06CC2-ADBC-E651-A115-C18433C79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A42F1-6E3D-11C6-DEF8-EE06D5C7E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91354-AACF-A149-8EF8-68AF39E210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680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1F8920-8C68-214C-CCEA-A186FECFF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F9C99-A2DF-1C80-789F-4CCFD97BF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09B4D-7EF6-A08A-948C-09DAA7F77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ACFF51-5D76-6746-B887-8D8CC2FAC61A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18A1E-CB62-31B1-EB27-5B292322F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9B541-34A0-BAAC-8738-0F5252E90D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F91354-AACF-A149-8EF8-68AF39E210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4531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885D10-E40C-2EE7-C396-8997F10B6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638" y="0"/>
            <a:ext cx="472296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7252EC-5B81-F637-83D7-4F39E8616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600" y="0"/>
            <a:ext cx="671243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4D63EE6-A20A-FFCB-6208-FFB8AABFBB25}"/>
              </a:ext>
            </a:extLst>
          </p:cNvPr>
          <p:cNvSpPr/>
          <p:nvPr/>
        </p:nvSpPr>
        <p:spPr>
          <a:xfrm>
            <a:off x="7000875" y="2451100"/>
            <a:ext cx="45719" cy="174625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5A5DA1-F3AA-4561-E778-70580A9DB309}"/>
              </a:ext>
            </a:extLst>
          </p:cNvPr>
          <p:cNvCxnSpPr/>
          <p:nvPr/>
        </p:nvCxnSpPr>
        <p:spPr>
          <a:xfrm>
            <a:off x="6826061" y="2558314"/>
            <a:ext cx="203200" cy="0"/>
          </a:xfrm>
          <a:prstGeom prst="line">
            <a:avLst/>
          </a:prstGeom>
          <a:ln w="6985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EE1DB6-1452-A6FC-4B6D-92CEECCA7CC2}"/>
              </a:ext>
            </a:extLst>
          </p:cNvPr>
          <p:cNvCxnSpPr>
            <a:cxnSpLocks/>
          </p:cNvCxnSpPr>
          <p:nvPr/>
        </p:nvCxnSpPr>
        <p:spPr>
          <a:xfrm flipV="1">
            <a:off x="6868101" y="337457"/>
            <a:ext cx="0" cy="6434404"/>
          </a:xfrm>
          <a:prstGeom prst="line">
            <a:avLst/>
          </a:prstGeom>
          <a:ln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F1B25BD-063C-BE60-40BC-B58E8C87EC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94" t="86175" r="34167" b="3806"/>
          <a:stretch>
            <a:fillRect/>
          </a:stretch>
        </p:blipFill>
        <p:spPr>
          <a:xfrm>
            <a:off x="4125242" y="4582510"/>
            <a:ext cx="1728936" cy="79495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CF4FAC0-A7A3-CD52-7DDF-D78A7709B0F1}"/>
              </a:ext>
            </a:extLst>
          </p:cNvPr>
          <p:cNvSpPr/>
          <p:nvPr/>
        </p:nvSpPr>
        <p:spPr>
          <a:xfrm>
            <a:off x="3741683" y="5833241"/>
            <a:ext cx="1618593" cy="7462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847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Dylan.A</dc:creator>
  <cp:lastModifiedBy>Dylan.A</cp:lastModifiedBy>
  <cp:revision>1</cp:revision>
  <dcterms:created xsi:type="dcterms:W3CDTF">2025-09-07T11:07:06Z</dcterms:created>
  <dcterms:modified xsi:type="dcterms:W3CDTF">2025-09-07T11:23:31Z</dcterms:modified>
</cp:coreProperties>
</file>